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TRYBE sales ($K)</c:v>
                </c:pt>
              </c:strCache>
            </c:strRef>
          </c:tx>
          <c:spPr>
            <a:solidFill>
              <a:srgbClr val="2F6C9E"/>
            </a:solidFill>
            <a:effectLst/>
          </c:spPr>
          <c:invertIfNegative val="0"/>
          <c:dLbls>
            <c:numFmt formatCode="&quot;$&quot;0.0,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55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Ciara Burnett</c:v>
                  </c:pt>
                  <c:pt idx="1">
                    <c:v>Myrka Bustillo</c:v>
                  </c:pt>
                  <c:pt idx="2">
                    <c:v>Cloe Peluola</c:v>
                  </c:pt>
                  <c:pt idx="3">
                    <c:v>Sophia Lease</c:v>
                  </c:pt>
                  <c:pt idx="4">
                    <c:v>Mary Saggau</c:v>
                  </c:pt>
                  <c:pt idx="5">
                    <c:v>Tayler Raza</c:v>
                  </c:pt>
                  <c:pt idx="6">
                    <c:v>Jennifer Thomas</c:v>
                  </c:pt>
                  <c:pt idx="7">
                    <c:v>Cambria Reau</c:v>
                  </c:pt>
                  <c:pt idx="8">
                    <c:v>Kia Layton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2.38</c:v>
                </c:pt>
                <c:pt idx="1">
                  <c:v>2.45</c:v>
                </c:pt>
                <c:pt idx="2">
                  <c:v>2.63</c:v>
                </c:pt>
                <c:pt idx="3">
                  <c:v>3.2</c:v>
                </c:pt>
                <c:pt idx="4">
                  <c:v>3.64</c:v>
                </c:pt>
                <c:pt idx="5">
                  <c:v>4.06</c:v>
                </c:pt>
                <c:pt idx="6">
                  <c:v>4.43</c:v>
                </c:pt>
                <c:pt idx="7">
                  <c:v>17.7</c:v>
                </c:pt>
                <c:pt idx="8">
                  <c:v>24.5</c:v>
                </c:pt>
              </c:numCache>
            </c:numRef>
          </c:val>
        </c:ser>
        <c:dLbls>
          <c:numFmt formatCode="&quot;$&quot;0.0,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5A556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2A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our creator partnership strategy for the next two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universal right answer. Two examples that sit at opposite extremes.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barrier, heavy upfront investment, revenue deliberately deferred.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is bullish that good creators are trained, not hired.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refuse nobody and pay nobody a retainer. It is working — they are a big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masterclass: being everywhere is what opened the retail doors.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right or wrong strategy — only the one that fits the stage we are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Haus, not Hi Strips. The middle, for at least the next two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make money from the very beginning rather than waiting six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Creative Performance grouped by creator, ranked on TRYBE sales. These are the ten that stay on 12%.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top nine are shown, out of 194 creators. Kia Layton and Cambria Reau together are about 65% of this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 is a checklist they fill in rather than a doc they read. Built by Thursday.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Wide net, but only the good get approved. Judged on portfolio because our TAM is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data Isla walked me through. Real room to grow the male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arrive once the first batch has product, creatives up, and results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Instagram becomes the top of the funnel for TRYBE rather than a free-video channel. I need access to the account to run this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sign-off I need before building the campaign, plus the three open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502920"/>
            <a:ext cx="3931920" cy="393192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4A4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81328"/>
            <a:ext cx="100584" cy="100584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CREATOR STRATEGY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Bambora's Creator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Strategy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2A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4A46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37160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7CC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brand follows a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playbook.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ONE</a:t>
            </a:r>
            <a:endParaRPr lang="en-US" sz="1050" dirty="0"/>
          </a:p>
        </p:txBody>
      </p:sp>
      <p:pic>
        <p:nvPicPr>
          <p:cNvPr id="4" name="Image 0" descr="/Users/fatima/Bombara/assets/haus-tea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474720" cy="260604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2E2A39">
                <a:alpha val="2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029200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 — gohaus.com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932688"/>
            <a:ext cx="4114800" cy="662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499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high barrier to entry.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E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2231136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 spend — the commission he puts on the table.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99923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E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2231136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for every creator who made it into his Discord.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71246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E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2231136" y="37124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zero revenue, spent training instead of selling.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4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hire a</a:t>
            </a:r>
            <a:endParaRPr lang="en-US" sz="25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creator.</a:t>
            </a:r>
            <a:endParaRPr lang="en-US" sz="25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train a</a:t>
            </a:r>
            <a:endParaRPr lang="en-US" sz="25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creator.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Haus's founder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1408176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38928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over polish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38928" y="16184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filtered for upside, not for skill that already existed.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2304288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38928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retainer bought focus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25146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paid, bills paid — now they can concentrate on learning.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200400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38928" y="3118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gets in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341071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while he cast only jacked guys; testing skinny guys did not work out.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trade: profit deferred for six months, creators paid out of his own pocket.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TWO</a:t>
            </a:r>
            <a:endParaRPr lang="en-US" sz="1050" dirty="0"/>
          </a:p>
        </p:txBody>
      </p:sp>
      <p:pic>
        <p:nvPicPr>
          <p:cNvPr id="4" name="Image 0" descr="/Users/fatima/Bombara/assets/histrips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38928" y="868680"/>
            <a:ext cx="1499616" cy="32461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2E2A39">
                <a:alpha val="22000"/>
              </a:srgbClr>
            </a:outerShdw>
          </a:effectLst>
        </p:spPr>
      </p:pic>
      <p:pic>
        <p:nvPicPr>
          <p:cNvPr id="5" name="Image 1" descr="/Users/fatima/Bombara/assets/histrips-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868680"/>
            <a:ext cx="1499616" cy="32461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2E2A39">
                <a:alpha val="2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138928" y="422452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at any scale, posting anyway.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932688"/>
            <a:ext cx="4114800" cy="662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Strips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6499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yes to everybody.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2860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E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2231136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retainer has been paid — not even to their best on TRYBE.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99923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E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2231136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commission. That is the entire deal, top to bottom.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71246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E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views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2231136" y="37124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 still get product. Entirely on purpose.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694944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isn't about creator ROI.</a:t>
            </a:r>
            <a:endParaRPr lang="en-US" sz="3000" dirty="0"/>
          </a:p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about retail.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75488" cy="475488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35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 everyone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649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creator, any scale, no filter — it all goes out.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475488" cy="475488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035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creates demand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3649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stream of content makes the brand look like it is everywhere.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475488" cy="475488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035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opens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3649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watch what is trending. They walk into those rooms already known.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3434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ones graduate to TRYBE. Still no retainer.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786384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one is wrong.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615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where we are in our journey.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STRIPS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505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to entry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4505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450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07208"/>
            <a:ext cx="7863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80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880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per creator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880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Never, at any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36976"/>
            <a:ext cx="7863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310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310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ad spend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310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666744"/>
            <a:ext cx="7863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398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revenue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7398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nothing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739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reach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096512"/>
            <a:ext cx="7863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1696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endgame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4169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trained, elite bench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41696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distribution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2A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PLAYBOOK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sit in between.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9105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from day one, and still investing in our creators.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7315200" cy="0"/>
          </a:xfrm>
          <a:prstGeom prst="line">
            <a:avLst/>
          </a:prstGeom>
          <a:noFill/>
          <a:ln w="19050">
            <a:solidFill>
              <a:srgbClr val="4A46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642616"/>
            <a:ext cx="109728" cy="109728"/>
          </a:xfrm>
          <a:prstGeom prst="ellipse">
            <a:avLst/>
          </a:prstGeom>
          <a:solidFill>
            <a:srgbClr val="7A7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74736" y="2642616"/>
            <a:ext cx="109728" cy="109728"/>
          </a:xfrm>
          <a:prstGeom prst="ellipse">
            <a:avLst/>
          </a:prstGeom>
          <a:solidFill>
            <a:srgbClr val="7A7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2560320"/>
            <a:ext cx="274320" cy="27432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60" kern="0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BAMBORA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52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STRIPS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723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barrier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52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0723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barrier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day one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six months from now.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invest in our creators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Hi Strips, we put something in.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filter, not a wall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is not high. It is not low either.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CREATORS WE HAVE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786384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start.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402336" cy="402336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8745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top 10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1488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ten best creators of all time stay on exactly the rate they are on today: 12%.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402336" cy="402336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5420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rest go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8163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holds that level of quality for a 5% commission. That is human psychology.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402336" cy="402336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2095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retainers on top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48386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12% commission, adding a retainer makes a creator unprofitable for us.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402336" cy="402336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8770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deeper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41513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creators, far more specific direction from me on every brief.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786384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 we keep.</a:t>
            </a:r>
            <a:endParaRPr lang="en-US" sz="3000" dirty="0"/>
          </a:p>
        </p:txBody>
      </p:sp>
      <p:pic>
        <p:nvPicPr>
          <p:cNvPr id="5" name="Image 0" descr="/Users/fatima/Bombara/assets/trybe-top-creato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481328"/>
            <a:ext cx="5486400" cy="3182112"/>
          </a:xfrm>
          <a:prstGeom prst="rect">
            <a:avLst/>
          </a:prstGeom>
          <a:effectLst>
            <a:outerShdw sx="100000" sy="100000" kx="0" ky="0" algn="bl" rotWithShape="0" blurRad="203200" dist="38100" dir="5400000">
              <a:srgbClr val="2E2A39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7863840" cy="54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creators are most of it.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21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TRYBE sales, all time. Within the top nine, two creators are 65% of the total.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121408"/>
          <a:ext cx="8010144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A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INVEST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train them.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9105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 is the training, not the rate.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76856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tool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8716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and don'ts they fill in, not a document they read. Interactive, and quick. Live Thursday.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276856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drops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48716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inspiration, new hooks and fresh data. Every single week, without fail.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calendar, open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58444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Calendly link they can use to book a call with me whenever they want one.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374136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64608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feedback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58444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redos and explanations on every submission through the whole first month.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who think you are just a UGC manager never feel prioritised. That is not how I run it.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786384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onboard.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615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campaign: 5% of GMV, paid weekly.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20824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38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 wide net, approve only the good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12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I see real potential in gets a shot at 5%.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6334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 GMV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9077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normally gate on a GMV threshold. Our TAM is too small for that, so I judge the videos in their portfolio instead.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1071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3284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and women, deliberately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60273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women. The reason is on the next slide.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05656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starts on delivery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2976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one means 30 days from the product landing, not from signing. Shipping takes one to two weeks, and we keep talking to them throughout.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DATA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7C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buyers on the ads Isla walked me through were men.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7830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customers are women. But put a man in the video and we unlock an audience we are not reaching today.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 new campaign onboards both.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3877056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4A55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3877056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42611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25%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4261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75%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786384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615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only work if there is something to aspire 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2350008"/>
            <a:ext cx="5897880" cy="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402336" cy="402336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at 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2148840"/>
            <a:ext cx="402336" cy="402336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ships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402336" cy="402336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go live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2148840"/>
            <a:ext cx="402336" cy="402336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results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— and only then — we introduce tiers.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them now means giving the current TRYBE and Discord batch more incentive on an already thin margin. We cannot offer 15%, and 12% is already too much.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4E6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E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3200" dirty="0"/>
          </a:p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TRYBE.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035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creators should not be making videos for free.</a:t>
            </a:r>
            <a:endParaRPr lang="en-US" sz="1500" dirty="0"/>
          </a:p>
        </p:txBody>
      </p:sp>
      <p:pic>
        <p:nvPicPr>
          <p:cNvPr id="6" name="Image 0" descr="/Users/fatima/Bombara/assets/ugc-p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325880"/>
            <a:ext cx="3108960" cy="27432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2E2A39">
                <a:alpha val="20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394960" y="4169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@bamboraugc — 2,930 followers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487168"/>
            <a:ext cx="420624" cy="420624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come to us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DMs we already get, plus outreach Yelly and I refine together.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218688"/>
            <a:ext cx="420624" cy="420624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vet them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4747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experience, and a portfolio worth backing.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3950208"/>
            <a:ext cx="420624" cy="420624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join TRYBE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2062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5% campaign, with the whole training stack behind them.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4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"/>
            <a:ext cx="91440" cy="9144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7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32688"/>
            <a:ext cx="786384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to decide.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49040" cy="1353312"/>
          </a:xfrm>
          <a:prstGeom prst="roundRect">
            <a:avLst>
              <a:gd name="adj" fmla="val 6081"/>
            </a:avLst>
          </a:prstGeom>
          <a:solidFill>
            <a:srgbClr val="3E4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11096"/>
            <a:ext cx="274320" cy="27432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892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on board?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9514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GMV, paid weekly, onboarding men and women. I need a yes before I build the new campaign.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749040" cy="1353312"/>
          </a:xfrm>
          <a:prstGeom prst="roundRect">
            <a:avLst>
              <a:gd name="adj" fmla="val 6081"/>
            </a:avLst>
          </a:prstGeom>
          <a:solidFill>
            <a:srgbClr val="3E4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1911096"/>
            <a:ext cx="274320" cy="27432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10912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76672" y="1892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10912" y="229514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 TRYBE. Liam raised moving her back to a straight retainer. Tell me which way and I will have that conversation.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72968"/>
            <a:ext cx="3749040" cy="1353312"/>
          </a:xfrm>
          <a:prstGeom prst="roundRect">
            <a:avLst>
              <a:gd name="adj" fmla="val 6081"/>
            </a:avLst>
          </a:prstGeom>
          <a:solidFill>
            <a:srgbClr val="3E4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392424"/>
            <a:ext cx="274320" cy="27432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3741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access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7764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be hands-on with the messaging and the outreach, working alongside Yelly.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72968"/>
            <a:ext cx="3749040" cy="1353312"/>
          </a:xfrm>
          <a:prstGeom prst="roundRect">
            <a:avLst>
              <a:gd name="adj" fmla="val 6081"/>
            </a:avLst>
          </a:prstGeom>
          <a:solidFill>
            <a:srgbClr val="3E4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10912" y="3392424"/>
            <a:ext cx="274320" cy="274320"/>
          </a:xfrm>
          <a:prstGeom prst="ellipse">
            <a:avLst/>
          </a:prstGeom>
          <a:solidFill>
            <a:srgbClr val="B7C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10912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76672" y="33741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creators we move on from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10912" y="37764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already told them exciting things were coming. We need to agree how we land that.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Bambora Creator Partnership Strategy</dc:title>
  <dc:subject>PptxGenJS Presentation</dc:subject>
  <dc:creator>PptxGenJS</dc:creator>
  <cp:lastModifiedBy>PptxGenJS</cp:lastModifiedBy>
  <cp:revision>1</cp:revision>
  <dcterms:created xsi:type="dcterms:W3CDTF">2026-09-16T04:42:11Z</dcterms:created>
  <dcterms:modified xsi:type="dcterms:W3CDTF">2026-09-16T04:42:11Z</dcterms:modified>
</cp:coreProperties>
</file>