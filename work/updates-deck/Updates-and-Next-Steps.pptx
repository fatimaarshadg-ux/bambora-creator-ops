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8FBFAE"/>
          </a:solidFill>
          <a:ln w="12700">
            <a:solidFill>
              <a:srgbClr val="8FBFA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530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Engine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done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5669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566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engine workspace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850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Notion workspace for the creative engine.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389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389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account audit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673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all of our existing ads to learn what's working, what isn't, and how our customers talk.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creative strategy with Isla. Creator outreach strategy with Yelly.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035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Trybe strategy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319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creator brief, a safety guidelines checklist, and inspo.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858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58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142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comms, Shopify website builder skills for Liam, and automating part of Yelly's reporting.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Trybe strategy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stays on which commission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91109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creators stay here: our top 10 non-sale ads creators.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77977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moves to the 5% program.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484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who haven't agreed to 5% get dropped, and we move on to new creators.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4023360" cy="4069080"/>
          </a:xfrm>
          <a:prstGeom prst="roundRect">
            <a:avLst>
              <a:gd name="adj" fmla="val 1818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713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staying on 12%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078992"/>
          <a:ext cx="68580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645920"/>
                <a:gridCol w="731520"/>
                <a:gridCol w="8229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Trybe 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per $1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Cambria Reau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Tayler Raza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Saggau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Sophia 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Myrka Bustillo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Ciara Burnett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Carissa Lyman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Cassie Avery Charvat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Tasha Clay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Lilly Clark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800600" y="4279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Non-sale ads, Trybe attribution only.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goes where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both channels, and spend the time where the leverage 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09060" cy="1143000"/>
          </a:xfrm>
          <a:prstGeom prst="roundRect">
            <a:avLst>
              <a:gd name="adj" fmla="val 64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451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9424"/>
            <a:ext cx="3451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with TikTok Shop experience, plus IG creators with good yapper content.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86300" y="1737360"/>
            <a:ext cx="3909060" cy="1143000"/>
          </a:xfrm>
          <a:prstGeom prst="roundRect">
            <a:avLst>
              <a:gd name="adj" fmla="val 64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4900" y="1920240"/>
            <a:ext cx="3451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Snowball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14900" y="2249424"/>
            <a:ext cx="3451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gets our Social Snowball link. Ties back to the strategy Histrips is following.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training material and top performing angles. There's potential to train them into good retainer-based creators eventually.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416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rule: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our time goes to high GMV, high potential creators on Trybe. Everyone else gets something automated, like the weekly inspo on the inspo site.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cadence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that runs every week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116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5059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inspo site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718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inspo to our inspo site.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9152" y="20116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359152" y="245059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outreach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29718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each creator with the inspo relevant to them, not one size fits 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182880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05072" y="20116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05072" y="245059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05072" y="29718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what creators delivered.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182880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50992" y="20116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50992" y="245059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approved work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50992" y="29718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approved files to the drive with the correct naming convention.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0" y="182880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20116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45059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creators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29718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Yelly, keep a healthy number of Social Snowball creators in the mix.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ties back to the SC strategy of diversifying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was foundations. This week: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more creators to Trybe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1:1s with high potential creators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15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them to do 20 to 30 videos a month.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Cassie hit that volume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675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agreed, so the bulk of my time now goes to helping her fulfil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3977640" cy="2796984"/>
          </a:xfrm>
          <a:prstGeom prst="roundRect">
            <a:avLst>
              <a:gd name="adj" fmla="val 2615"/>
            </a:avLst>
          </a:prstGeom>
          <a:solidFill>
            <a:srgbClr val="F3F4F2"/>
          </a:solidFill>
          <a:ln w="12700">
            <a:solidFill>
              <a:srgbClr val="F3F4F2"/>
            </a:solidFill>
            <a:prstDash val="solid"/>
          </a:ln>
        </p:spPr>
      </p:sp>
      <p:pic>
        <p:nvPicPr>
          <p:cNvPr id="13" name="Image 0" descr="Screenshot of Cassie Avery Charvat's Trybe DM agreeing to post more vide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703320" cy="2111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754880" y="3455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Cassie's reply on Trybe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discussion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90906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09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91640"/>
            <a:ext cx="2948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039112"/>
            <a:ext cx="2948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of our internal footage. Only 590 clips are in there today.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86300" y="1508760"/>
            <a:ext cx="390906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4900" y="1709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17820" y="1691640"/>
            <a:ext cx="2948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17820" y="2039112"/>
            <a:ext cx="2948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for more internal b-roll. Trybe's brand guidelines don't let us use commissioned creators' footage internally without paying commission wherever it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90906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2948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Isla's side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85032"/>
            <a:ext cx="2948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updates from Isla.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6300" y="3154680"/>
            <a:ext cx="390906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490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17820" y="3337560"/>
            <a:ext cx="2948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17820" y="3685032"/>
            <a:ext cx="2948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on the updates or the weekly cadence.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Updates &amp; Next Steps</dc:title>
  <dc:subject>PptxGenJS Presentation</dc:subject>
  <dc:creator>PptxGenJS</dc:creator>
  <cp:lastModifiedBy>PptxGenJS</cp:lastModifiedBy>
  <cp:revision>1</cp:revision>
  <dcterms:created xsi:type="dcterms:W3CDTF">2026-09-21T13:25:34Z</dcterms:created>
  <dcterms:modified xsi:type="dcterms:W3CDTF">2026-09-21T13:25:34Z</dcterms:modified>
</cp:coreProperties>
</file>